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Project: Predict Factors Influencing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and Profit Analysis using Python Libraries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Analyze sales trends</a:t>
            </a:r>
          </a:p>
          <a:p>
            <a:r>
              <a:t>Analyze profit trends</a:t>
            </a:r>
          </a:p>
          <a:p>
            <a:r>
              <a:t>Find highest sales category</a:t>
            </a:r>
          </a:p>
          <a:p>
            <a:r>
              <a:t>Find highest profit region</a:t>
            </a:r>
          </a:p>
          <a:p>
            <a:r>
              <a:t>Analyze sales vs profit relationship</a:t>
            </a:r>
          </a:p>
          <a:p>
            <a:r>
              <a:t>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Pandas</a:t>
            </a:r>
          </a:p>
          <a:p>
            <a:r>
              <a:t>NumPy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python-pptx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 Sales Category</a:t>
            </a:r>
          </a:p>
        </p:txBody>
      </p:sp>
      <p:pic>
        <p:nvPicPr>
          <p:cNvPr id="3" name="Picture 2" descr="sal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 Profit Region</a:t>
            </a:r>
          </a:p>
        </p:txBody>
      </p:sp>
      <p:pic>
        <p:nvPicPr>
          <p:cNvPr id="3" name="Picture 2" descr="profi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Profit Relationship</a:t>
            </a:r>
          </a:p>
        </p:txBody>
      </p:sp>
      <p:pic>
        <p:nvPicPr>
          <p:cNvPr id="3" name="Picture 2" descr="scatt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heatma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Office Supplies category has the highest sales.</a:t>
            </a:r>
          </a:p>
          <a:p>
            <a:r>
              <a:t>North region generates the highest profit.</a:t>
            </a:r>
          </a:p>
          <a:p>
            <a:r>
              <a:t>Sales and Profit show weak positive correlation.</a:t>
            </a:r>
          </a:p>
          <a:p>
            <a:r>
              <a:t>Higher sales do not always guarantee higher profit.</a:t>
            </a:r>
          </a:p>
          <a:p>
            <a:r>
              <a:t>Businesses should focus on profitable regions and 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analyzed sales data using Python libraries to identify sales trends, profit trends, category performance, regional performance, and variable correlations.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
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4556-3AEA-BB14-4E5D-A346BBFC2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2A59D-EA7F-873E-A507-64A12F81C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43658-36F5-FB87-C599-82650567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11F88-B6E4-2DD6-FBF7-CB44EE8A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1C35E-59A4-692F-1572-68E6D1C8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9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C546-9548-3543-A0FC-53701D2A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7213-2EDA-A05D-DCD9-470FDC987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6F9DA-D7DE-2A40-F563-262D557D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595A-5F80-411E-4143-EE7601E5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4115-8F15-33A8-79FC-8FA75E80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68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044F-6CF0-0D74-E5FC-E9E16C04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0271C-CF0B-69B8-881E-7A8BCAA3A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C4E97-C763-E6E2-AA3D-4CD6DF1E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A0CF9-B485-7F0A-05B5-5E135E1F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ED11C-F677-3FD4-52A5-7BC518C4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0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EF26-EE45-36F3-C35D-A66FC7BD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82852-0333-EBBF-E221-11A078B27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C2E88-5D2E-C222-9F17-253AF13B5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0D794-6A01-44D9-F7A8-80F5FC25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7DE9D-F81A-61DF-A0C9-D8A01F0D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8D94C-5170-CA71-7850-E547707D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65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41A0-791C-3A32-A595-4E7CC8E2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C6AAF-3437-D67D-0171-BC5A170A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6AEF7-9BA2-0F1E-C6DA-A21EB0C12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FD4F-AEF2-61E6-E711-2C9C03C2E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1B159-3155-FD24-77FB-125EDA290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7C1A7-9686-453E-1C5E-B6EB25B7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9BEBA-4B32-1D02-DAB5-A712A310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0318C-9052-05CC-E11E-C2EE54A8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A3F-46B2-6707-14BD-8D339AA0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45A5A-2C76-88C5-F371-79320E6E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ECCD2-1F60-EDAF-BCEC-D10BE5E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DCC49-CF01-46DF-141A-F0D49E58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1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67311-3643-C10D-0700-9C51F4C6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04E40-8B6D-F5EF-9BF4-6DF35718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29172-8F69-EDAF-0B34-C1AE8C89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20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BD6C-6701-074C-4161-F5F55465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394B8-60C0-A0BB-8475-DA0A8B5BA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3E17B-C92F-BB5F-4BB9-76B46C812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D1785-6E2A-4DDB-EA15-A25A6861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5FE5A-94DD-EEC5-F268-1DE94201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C6521-C19D-99F0-3F86-AD148F4E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7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AC41-6FF5-1A28-E3A9-6C8C7629A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3F9F5-84A6-E275-14E7-4FEDC2F74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1D85E-94FD-6016-B9D4-DB190265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768DA-BF24-E76F-9747-DA8E2983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E55FA-A8E2-A439-F899-DC0166A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A285-1DB0-D7B8-FC4C-C92B301A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ED26-6155-2DCA-0F1B-04EEEE07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05389-8410-7D9B-906D-DF7B38556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211C-6AD0-DA0D-2C63-1398DFF9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5B08F-B360-0031-F834-ED9EA6E1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4CAC4-000F-2125-6EE5-E2193704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2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EAF17-7991-4E1C-57A3-B0CB9A236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F4773-0B7A-1599-C433-50D8D8D46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A152-0C22-BD36-9E18-7A3B01AA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1CD4-3566-016B-2B64-0499B687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38465-71F3-B4EF-20F3-8118F456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42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DFD9F-4CB9-3756-2B83-D536CAC9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E5F4-2D04-45EA-9FD2-892FE5CFA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67BF8-CD26-2FF9-DFB0-2DFCF2A39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13F08-D414-40E8-BCF1-F392AF875E4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3B0E-95C3-191F-BCD8-005506B9E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B68FB-D0A1-082F-5AE2-4256AE02C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06CB-1F9C-481E-A340-9C12F9BE8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4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B3DC-4281-C5B5-C984-4407C840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Insight Business Question</a:t>
            </a:r>
            <a:endParaRPr lang="en-IN" sz="7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0FD90-2398-2CBE-B34C-0E892558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/>
              <a:t>1. Which category performs best?</a:t>
            </a:r>
          </a:p>
          <a:p>
            <a:pPr marL="0" indent="0">
              <a:buNone/>
            </a:pPr>
            <a:r>
              <a:rPr lang="en-US" sz="3600" dirty="0"/>
              <a:t> Office Supplies category performs best in terms of sales.</a:t>
            </a:r>
          </a:p>
          <a:p>
            <a:pPr marL="0" indent="0">
              <a:buNone/>
            </a:pPr>
            <a:r>
              <a:rPr lang="en-US" sz="3600" b="1" dirty="0"/>
              <a:t>2. Which region generates highest sales/profit?</a:t>
            </a:r>
          </a:p>
          <a:p>
            <a:pPr marL="0" indent="0">
              <a:buNone/>
            </a:pPr>
            <a:r>
              <a:rPr lang="en-US" sz="3600" dirty="0"/>
              <a:t> North region generates the highest profit.</a:t>
            </a:r>
          </a:p>
          <a:p>
            <a:pPr marL="0" indent="0">
              <a:buNone/>
            </a:pPr>
            <a:r>
              <a:rPr lang="en-US" sz="3600" b="1" dirty="0"/>
              <a:t>3. Does higher sales always mean higher profit?</a:t>
            </a:r>
          </a:p>
          <a:p>
            <a:pPr marL="0" indent="0">
              <a:buNone/>
            </a:pPr>
            <a:r>
              <a:rPr lang="en-US" sz="3600" dirty="0"/>
              <a:t> No, higher sales do not always guarantee higher profit.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27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F8FD-2E08-5599-384E-080A1092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55389-86DF-D34A-0900-6251DBC67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/>
              <a:t>4. Which variables are strongly correlated?</a:t>
            </a:r>
          </a:p>
          <a:p>
            <a:pPr marL="0" indent="0">
              <a:buNone/>
            </a:pPr>
            <a:r>
              <a:rPr lang="en-US" sz="3600" dirty="0"/>
              <a:t> Sales and Profit show weak positive correlation.</a:t>
            </a:r>
          </a:p>
          <a:p>
            <a:pPr marL="0" indent="0">
              <a:buNone/>
            </a:pPr>
            <a:r>
              <a:rPr lang="en-US" sz="3600" b="1" dirty="0"/>
              <a:t>5. What business recommendations can be given?</a:t>
            </a:r>
            <a:endParaRPr lang="en-US" sz="3600" dirty="0"/>
          </a:p>
          <a:p>
            <a:r>
              <a:rPr lang="en-US" sz="3600" dirty="0"/>
              <a:t>Improve low-performing categories.</a:t>
            </a:r>
          </a:p>
          <a:p>
            <a:r>
              <a:rPr lang="en-US" sz="3600" dirty="0"/>
              <a:t>Reduce losses in low-profit products.</a:t>
            </a:r>
          </a:p>
          <a:p>
            <a:r>
              <a:rPr lang="en-US" sz="3600" dirty="0"/>
              <a:t>Increase marketing for high-sales products.</a:t>
            </a:r>
          </a:p>
          <a:p>
            <a:r>
              <a:rPr lang="en-US" sz="3600" dirty="0"/>
              <a:t>Focus on profitable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57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Insight Business Question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aradhnachaudhary09@gmail.com</dc:creator>
  <cp:lastModifiedBy>aradhnachaudhary09@gmail.com</cp:lastModifiedBy>
  <cp:revision>1</cp:revision>
  <dcterms:created xsi:type="dcterms:W3CDTF">2026-05-28T14:40:14Z</dcterms:created>
  <dcterms:modified xsi:type="dcterms:W3CDTF">2026-05-28T14:44:37Z</dcterms:modified>
</cp:coreProperties>
</file>